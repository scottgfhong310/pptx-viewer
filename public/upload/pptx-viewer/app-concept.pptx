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6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10"/>
    <p:restoredTop sz="94720"/>
  </p:normalViewPr>
  <p:slideViewPr>
    <p:cSldViewPr snapToGrid="0">
      <p:cViewPr varScale="1">
        <p:scale>
          <a:sx n="140" d="100"/>
          <a:sy n="140" d="100"/>
        </p:scale>
        <p:origin x="96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A7D7B3-62A4-F64F-8312-D039FE21BA93}" type="datetimeFigureOut">
              <a:rPr lang="en-TW" smtClean="0"/>
              <a:t>2026/4/2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3F1FB-DE11-B948-A127-89F4681B04D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72278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17C7-CE5D-47D2-0A28-7520ED00A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9AEF9-BC0D-B20E-EE3F-E942D327A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8A6B4-A70B-4519-8D33-E5DD58C8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F1967-F03E-2A4C-A562-7A3900BD4454}" type="datetimeFigureOut">
              <a:rPr lang="en-TW" smtClean="0"/>
              <a:t>2026/4/2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57815-597E-D6C2-8E06-B38151342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89163-A835-2FB8-6B89-6E1D78BD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7252-82BD-6C4F-A50F-5D38239451BB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4228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4BE6-73A8-D2F0-51AD-713B1E8C3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03408-90B4-DD2D-3A0D-CC5184723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FD122-5322-FC1F-FD20-1CB8FC97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F1967-F03E-2A4C-A562-7A3900BD4454}" type="datetimeFigureOut">
              <a:rPr lang="en-TW" smtClean="0"/>
              <a:t>2026/4/2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FDBCE-BA5D-31C8-5FAD-0661A0E2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28BB3-AA05-099F-06BB-66576E00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7252-82BD-6C4F-A50F-5D38239451BB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54580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20C6-548A-4F90-9C2B-784E01FF6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935DD-2151-BF0E-0C1F-23AEDBA7A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22A13-5589-1783-2054-0D1173E5F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F1967-F03E-2A4C-A562-7A3900BD4454}" type="datetimeFigureOut">
              <a:rPr lang="en-TW" smtClean="0"/>
              <a:t>2026/4/2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C9E85-9241-634C-CA9B-68307130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EA4D6-5576-D439-9808-E1D1F812B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7252-82BD-6C4F-A50F-5D38239451BB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3000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878A3-3B24-630A-07AF-65C8A5FE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30C3C-3C74-B959-D47B-E94A03767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023F2-53C0-78D4-7DE7-D2C8E9465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6E3A7-9622-FF12-4BC5-91540898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F1967-F03E-2A4C-A562-7A3900BD4454}" type="datetimeFigureOut">
              <a:rPr lang="en-TW" smtClean="0"/>
              <a:t>2026/4/2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A4F85-BC6E-AABA-BB3C-3CD41FA80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83585-E206-5D0E-083F-A7ED0BFE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7252-82BD-6C4F-A50F-5D38239451BB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19572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FA3D-8905-7F89-2599-072F0B62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B313E-A80E-DDB5-66CF-43D9AB0BA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EBE96-0CDB-886E-0ADA-D12FBEBA1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6BD4D5-EE79-DE31-404F-B80948E3D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E2F77-4BE2-A3B6-6589-EA37A322A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27236-577E-59BF-00E1-FCBE993A3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F1967-F03E-2A4C-A562-7A3900BD4454}" type="datetimeFigureOut">
              <a:rPr lang="en-TW" smtClean="0"/>
              <a:t>2026/4/2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DC3ED9-B56B-61FC-2C81-B4E20D95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8E832D-0BA9-C999-FBD9-3A64BABE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7252-82BD-6C4F-A50F-5D38239451BB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7528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4FCD-138E-55DF-3798-0374BE97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38AC9-D639-A0BB-1234-613426D6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F1967-F03E-2A4C-A562-7A3900BD4454}" type="datetimeFigureOut">
              <a:rPr lang="en-TW" smtClean="0"/>
              <a:t>2026/4/2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91DB8-499C-4C89-F0C7-B9BE7393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4B19C-6CB2-5A91-6180-620D8EAC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7252-82BD-6C4F-A50F-5D38239451BB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59543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A9C560-8231-B153-670A-D8F1C7B4F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F1967-F03E-2A4C-A562-7A3900BD4454}" type="datetimeFigureOut">
              <a:rPr lang="en-TW" smtClean="0"/>
              <a:t>2026/4/2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EAC43-4F72-E857-46E9-96D50C07F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822CA-F06E-9073-4E88-2114BFF2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7252-82BD-6C4F-A50F-5D38239451BB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21925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94DA-E9E9-50A9-CD8D-2E78FBB83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69922-7805-F37C-F1B0-B505A7240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971D4-DA95-042F-12DE-D752A43F8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770AA-DCAC-A09A-5D93-E374ACB49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F1967-F03E-2A4C-A562-7A3900BD4454}" type="datetimeFigureOut">
              <a:rPr lang="en-TW" smtClean="0"/>
              <a:t>2026/4/2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C5449-F2BF-1937-5FDB-26914DB8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8605C-ECC0-A9DC-F055-D777BCAC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7252-82BD-6C4F-A50F-5D38239451BB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99414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93B0-E287-C731-DB9D-CCCE6B389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458D8-D4DC-5D5B-6F93-F8AC767BF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D7608-E26A-2351-3AE7-36F21AEF5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255FA-C9B2-764C-8E8B-65F6F27D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F1967-F03E-2A4C-A562-7A3900BD4454}" type="datetimeFigureOut">
              <a:rPr lang="en-TW" smtClean="0"/>
              <a:t>2026/4/2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A4E47-0424-DD67-DE5A-54F9F890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6646F-3A9D-D28A-2CE7-C026868F7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7252-82BD-6C4F-A50F-5D38239451BB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44893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8F19-6609-2269-424F-DB1ACE38E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EB4B1-125D-24A8-7BFA-F16AB3FEE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0F193-739A-63CE-56A9-C8EB22F9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F1967-F03E-2A4C-A562-7A3900BD4454}" type="datetimeFigureOut">
              <a:rPr lang="en-TW" smtClean="0"/>
              <a:t>2026/4/2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FC316-4736-908E-C3F2-03EF72B8B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9F963-75A0-4E15-BDBA-DC275E0C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7252-82BD-6C4F-A50F-5D38239451BB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933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BED2B8-DA6C-35BD-4668-CB7C93EBF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D6516-13DC-EBBE-3C1F-79C41B1BE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F5207-DCE5-1EC6-0411-343E77D5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F1967-F03E-2A4C-A562-7A3900BD4454}" type="datetimeFigureOut">
              <a:rPr lang="en-TW" smtClean="0"/>
              <a:t>2026/4/2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4F86E-29E8-82AC-77F0-C218650E6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E6F77-E2CB-1F4D-B830-D3AD565F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7252-82BD-6C4F-A50F-5D38239451BB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9766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2E730-EC15-09E1-1CB1-35BC7AAE4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061A1-043C-298C-E15B-C6C3680E1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F085C-5CF8-94A7-6C05-69A6B9221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F1967-F03E-2A4C-A562-7A3900BD4454}" type="datetimeFigureOut">
              <a:rPr lang="en-TW" smtClean="0"/>
              <a:t>2026/4/2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11CDE-CD0B-932A-4237-36F8960C3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526D3-D311-956D-06FC-12A458B8D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F7252-82BD-6C4F-A50F-5D38239451BB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49438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xpressjs.com/en/starter/generator.html" TargetMode="External"/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hyperlink" Target="http://127.0.0.1:3000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query.com/" TargetMode="External"/><Relationship Id="rId2" Type="http://schemas.openxmlformats.org/officeDocument/2006/relationships/hyperlink" Target="https://materializecs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odash.com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34D2-BC53-BBB3-F7F1-F8BDAACC2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</a:t>
            </a:r>
            <a:br>
              <a:rPr lang="en-US" b="1" dirty="0"/>
            </a:br>
            <a:r>
              <a:rPr lang="en-US" b="1" dirty="0"/>
              <a:t>web-application</a:t>
            </a:r>
            <a:endParaRPr lang="en-TW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EAD50-226C-FA75-0549-D057F0F99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224331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E0AF5A-3662-066D-7C94-C1F43C5FE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</a:t>
            </a:r>
            <a:r>
              <a:rPr lang="en-TW" dirty="0"/>
              <a:t>-application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B65A81-1BDF-BB7E-97B6-BF15A9C13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</a:t>
            </a:r>
            <a:r>
              <a:rPr lang="en-TW" dirty="0"/>
              <a:t>pplication (app)</a:t>
            </a:r>
          </a:p>
          <a:p>
            <a:pPr lvl="1"/>
            <a:r>
              <a:rPr lang="en-TW" dirty="0"/>
              <a:t>泛稱 “運行” 在電腦上面的“應用”；</a:t>
            </a:r>
          </a:p>
          <a:p>
            <a:pPr lvl="1"/>
            <a:r>
              <a:rPr lang="en-TW" dirty="0"/>
              <a:t>電腦上的“作業系統”</a:t>
            </a:r>
            <a:r>
              <a:rPr lang="zh-TW" altLang="en-US" dirty="0"/>
              <a:t> 就是</a:t>
            </a:r>
            <a:r>
              <a:rPr lang="en-US" altLang="zh-TW" dirty="0"/>
              <a:t> app </a:t>
            </a:r>
            <a:r>
              <a:rPr lang="zh-TW" altLang="en-US" dirty="0"/>
              <a:t>的</a:t>
            </a:r>
            <a:r>
              <a:rPr lang="en-US" altLang="zh-TW" dirty="0"/>
              <a:t> “</a:t>
            </a:r>
            <a:r>
              <a:rPr lang="zh-TW" altLang="en-US" dirty="0"/>
              <a:t>載體</a:t>
            </a:r>
            <a:r>
              <a:rPr lang="en-US" altLang="zh-TW" dirty="0"/>
              <a:t>”</a:t>
            </a:r>
            <a:r>
              <a:rPr lang="zh-TW" altLang="en-US" dirty="0"/>
              <a:t> 與 </a:t>
            </a:r>
            <a:r>
              <a:rPr lang="en-US" altLang="zh-TW" dirty="0"/>
              <a:t>“</a:t>
            </a:r>
            <a:r>
              <a:rPr lang="zh-TW" altLang="en-US" dirty="0"/>
              <a:t>運行環境</a:t>
            </a:r>
            <a:r>
              <a:rPr lang="en-US" altLang="zh-TW" dirty="0"/>
              <a:t>”</a:t>
            </a:r>
            <a:r>
              <a:rPr lang="en-TW" dirty="0"/>
              <a:t> ；</a:t>
            </a:r>
            <a:endParaRPr lang="en-US" altLang="zh-TW" dirty="0"/>
          </a:p>
          <a:p>
            <a:pPr lvl="1"/>
            <a:r>
              <a:rPr lang="zh-TW" altLang="en-US" dirty="0"/>
              <a:t>要先將</a:t>
            </a:r>
            <a:r>
              <a:rPr lang="en-US" altLang="zh-TW" dirty="0"/>
              <a:t> app </a:t>
            </a:r>
            <a:r>
              <a:rPr lang="zh-TW" altLang="en-US" dirty="0"/>
              <a:t>安裝在 </a:t>
            </a:r>
            <a:r>
              <a:rPr lang="en-US" altLang="zh-TW" dirty="0"/>
              <a:t>“</a:t>
            </a:r>
            <a:r>
              <a:rPr lang="zh-TW" altLang="en-US" dirty="0"/>
              <a:t>載體</a:t>
            </a:r>
            <a:r>
              <a:rPr lang="en-US" altLang="zh-TW" dirty="0"/>
              <a:t>”</a:t>
            </a:r>
            <a:r>
              <a:rPr lang="zh-TW" altLang="en-US" dirty="0"/>
              <a:t> 上，才能運行。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web-application</a:t>
            </a:r>
          </a:p>
          <a:p>
            <a:pPr lvl="1"/>
            <a:r>
              <a:rPr lang="en-US" altLang="zh-TW" dirty="0"/>
              <a:t>“</a:t>
            </a:r>
            <a:r>
              <a:rPr lang="zh-TW" altLang="en-US" dirty="0"/>
              <a:t>瀏覽器 </a:t>
            </a:r>
            <a:r>
              <a:rPr lang="en-US" altLang="zh-TW" dirty="0"/>
              <a:t>browser” </a:t>
            </a:r>
            <a:r>
              <a:rPr lang="zh-TW" altLang="en-US" dirty="0"/>
              <a:t>是 </a:t>
            </a:r>
            <a:r>
              <a:rPr lang="en-US" altLang="zh-TW" dirty="0"/>
              <a:t>web-app </a:t>
            </a:r>
            <a:r>
              <a:rPr lang="zh-TW" altLang="en-US" dirty="0"/>
              <a:t>的 </a:t>
            </a:r>
            <a:r>
              <a:rPr lang="en-US" altLang="zh-TW" dirty="0"/>
              <a:t>“</a:t>
            </a:r>
            <a:r>
              <a:rPr lang="zh-TW" altLang="en-US" dirty="0"/>
              <a:t>運行環境</a:t>
            </a:r>
            <a:r>
              <a:rPr lang="en-US" altLang="zh-TW" dirty="0"/>
              <a:t>”</a:t>
            </a:r>
            <a:r>
              <a:rPr lang="en-TW" dirty="0"/>
              <a:t> ；</a:t>
            </a:r>
            <a:endParaRPr lang="en-US" altLang="zh-TW" dirty="0"/>
          </a:p>
          <a:p>
            <a:pPr lvl="1"/>
            <a:r>
              <a:rPr lang="en-US" altLang="zh-TW" dirty="0"/>
              <a:t>“web-server” </a:t>
            </a:r>
            <a:r>
              <a:rPr lang="zh-TW" altLang="en-US" dirty="0"/>
              <a:t>是 </a:t>
            </a:r>
            <a:r>
              <a:rPr lang="en-US" altLang="zh-TW" dirty="0"/>
              <a:t>web-app </a:t>
            </a:r>
            <a:r>
              <a:rPr lang="zh-TW" altLang="en-US" dirty="0"/>
              <a:t>的 </a:t>
            </a:r>
            <a:r>
              <a:rPr lang="en-US" altLang="zh-TW" dirty="0"/>
              <a:t>“</a:t>
            </a:r>
            <a:r>
              <a:rPr lang="zh-TW" altLang="en-US" dirty="0"/>
              <a:t>載體</a:t>
            </a:r>
            <a:r>
              <a:rPr lang="en-US" altLang="zh-TW" dirty="0"/>
              <a:t>”</a:t>
            </a:r>
            <a:r>
              <a:rPr lang="en-TW" dirty="0"/>
              <a:t> ；</a:t>
            </a:r>
            <a:endParaRPr lang="en-US" altLang="zh-TW" dirty="0"/>
          </a:p>
          <a:p>
            <a:pPr lvl="1"/>
            <a:r>
              <a:rPr lang="en-US" altLang="zh-TW" dirty="0"/>
              <a:t>web-app</a:t>
            </a:r>
            <a:r>
              <a:rPr lang="zh-TW" altLang="en-US" dirty="0"/>
              <a:t> 要先放在 </a:t>
            </a:r>
            <a:r>
              <a:rPr lang="en-US" altLang="zh-TW" dirty="0"/>
              <a:t>(publish / </a:t>
            </a:r>
            <a:r>
              <a:rPr lang="zh-TW" altLang="en-US" dirty="0"/>
              <a:t>部署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“web-server”</a:t>
            </a:r>
            <a:r>
              <a:rPr lang="zh-TW" altLang="en-US" dirty="0"/>
              <a:t> 上，才能透過</a:t>
            </a:r>
            <a:r>
              <a:rPr lang="en-US" altLang="zh-TW" dirty="0"/>
              <a:t> URL </a:t>
            </a:r>
            <a:r>
              <a:rPr lang="zh-TW" altLang="en-US" dirty="0"/>
              <a:t>來運行；</a:t>
            </a:r>
            <a:endParaRPr lang="en-US" altLang="zh-TW" dirty="0"/>
          </a:p>
          <a:p>
            <a:pPr lvl="1"/>
            <a:r>
              <a:rPr lang="en-US" altLang="zh-TW" dirty="0"/>
              <a:t> URL</a:t>
            </a:r>
            <a:r>
              <a:rPr lang="zh-TW" altLang="en-US" dirty="0"/>
              <a:t> </a:t>
            </a:r>
            <a:r>
              <a:rPr lang="en-US" altLang="zh-TW" dirty="0"/>
              <a:t>– Uniform Resource Locator (</a:t>
            </a:r>
            <a:r>
              <a:rPr lang="zh-TW" altLang="en-US" dirty="0"/>
              <a:t>統一資源定位符，即網址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TW" dirty="0"/>
          </a:p>
          <a:p>
            <a:pPr lvl="1"/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3121016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4749-8D9B-48DA-CD31-271B80F7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182"/>
            <a:ext cx="10515600" cy="1523270"/>
          </a:xfrm>
        </p:spPr>
        <p:txBody>
          <a:bodyPr/>
          <a:lstStyle/>
          <a:p>
            <a:r>
              <a:rPr lang="en-TW" dirty="0"/>
              <a:t>在電腦上搭建 web-server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D39D4-C14D-8F18-EDA5-73B3E091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531"/>
            <a:ext cx="10515600" cy="52055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</a:t>
            </a:r>
            <a:r>
              <a:rPr lang="en-TW" dirty="0"/>
              <a:t>ode.js + Express</a:t>
            </a:r>
          </a:p>
          <a:p>
            <a:pPr lvl="1"/>
            <a:r>
              <a:rPr lang="en-US" dirty="0"/>
              <a:t>N</a:t>
            </a:r>
            <a:r>
              <a:rPr lang="en-TW" dirty="0"/>
              <a:t>ode.js</a:t>
            </a:r>
          </a:p>
          <a:p>
            <a:pPr lvl="2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https://nodejs.org/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Express application generator</a:t>
            </a:r>
            <a:endParaRPr lang="en-TW" dirty="0"/>
          </a:p>
          <a:p>
            <a:pPr lvl="2"/>
            <a:r>
              <a:rPr lang="en-TW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https://expressjs.com/en/starter/generator.html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S</a:t>
            </a:r>
            <a:r>
              <a:rPr lang="en-TW" dirty="0"/>
              <a:t>tep by step</a:t>
            </a:r>
          </a:p>
          <a:p>
            <a:pPr lvl="1"/>
            <a:r>
              <a:rPr lang="en-TW" dirty="0"/>
              <a:t>安裝 node.js</a:t>
            </a:r>
          </a:p>
          <a:p>
            <a:pPr lvl="2"/>
            <a:r>
              <a:rPr lang="en-TW" dirty="0"/>
              <a:t>Command Prompt: `</a:t>
            </a: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node -v</a:t>
            </a:r>
            <a:r>
              <a:rPr lang="en-TW" dirty="0"/>
              <a:t>`檢查</a:t>
            </a:r>
            <a:r>
              <a:rPr lang="zh-TW" altLang="en-US" dirty="0"/>
              <a:t> </a:t>
            </a:r>
            <a:r>
              <a:rPr lang="en-US" altLang="zh-TW" dirty="0" err="1"/>
              <a:t>node.js</a:t>
            </a:r>
            <a:r>
              <a:rPr lang="en-US" altLang="zh-TW" dirty="0"/>
              <a:t> </a:t>
            </a:r>
            <a:r>
              <a:rPr lang="zh-TW" altLang="en-US" dirty="0"/>
              <a:t>有沒有安裝好。</a:t>
            </a:r>
            <a:endParaRPr lang="en-TW" dirty="0"/>
          </a:p>
          <a:p>
            <a:pPr lvl="1"/>
            <a:r>
              <a:rPr lang="en-TW" dirty="0"/>
              <a:t>在電腦上選擇一個</a:t>
            </a:r>
            <a:r>
              <a:rPr lang="zh-TW" altLang="en-US" dirty="0"/>
              <a:t> </a:t>
            </a:r>
            <a:r>
              <a:rPr lang="en-US" altLang="zh-TW" dirty="0"/>
              <a:t>web-server </a:t>
            </a:r>
            <a:r>
              <a:rPr lang="zh-TW" altLang="en-US" dirty="0"/>
              <a:t>的位置</a:t>
            </a:r>
            <a:r>
              <a:rPr lang="en-US" altLang="zh-TW" dirty="0"/>
              <a:t> (</a:t>
            </a:r>
            <a:r>
              <a:rPr lang="zh-TW" altLang="en-US" dirty="0"/>
              <a:t>例如：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c:\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nodeapp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  <a:r>
              <a:rPr lang="en-US" altLang="zh-TW" dirty="0"/>
              <a:t>)</a:t>
            </a:r>
          </a:p>
          <a:p>
            <a:pPr lvl="2"/>
            <a:r>
              <a:rPr lang="en-TW" dirty="0"/>
              <a:t>在</a:t>
            </a:r>
            <a:r>
              <a:rPr lang="zh-TW" altLang="en-US" dirty="0"/>
              <a:t> </a:t>
            </a:r>
            <a:r>
              <a:rPr lang="en-US" altLang="zh-TW" dirty="0"/>
              <a:t>Command Prompt</a:t>
            </a:r>
          </a:p>
          <a:p>
            <a:pPr lvl="3"/>
            <a:r>
              <a:rPr lang="en-TW" dirty="0"/>
              <a:t>`</a:t>
            </a: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cd 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c:\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nodeapp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  <a:r>
              <a:rPr lang="en-TW" dirty="0"/>
              <a:t>` 到這一個位置</a:t>
            </a:r>
          </a:p>
          <a:p>
            <a:pPr lvl="3"/>
            <a:r>
              <a:rPr lang="en-TW" dirty="0"/>
              <a:t>執行</a:t>
            </a:r>
            <a:r>
              <a:rPr lang="zh-TW" altLang="en-US" dirty="0"/>
              <a:t> </a:t>
            </a:r>
            <a:r>
              <a:rPr lang="en-US" altLang="zh-TW" dirty="0"/>
              <a:t>`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npx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express-generator</a:t>
            </a:r>
            <a:r>
              <a:rPr lang="en-US" altLang="zh-TW" dirty="0"/>
              <a:t>`</a:t>
            </a:r>
          </a:p>
          <a:p>
            <a:pPr lvl="4"/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`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 install`</a:t>
            </a:r>
          </a:p>
          <a:p>
            <a:pPr lvl="4"/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`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 audit fix --force`</a:t>
            </a:r>
          </a:p>
          <a:p>
            <a:pPr lvl="3"/>
            <a:r>
              <a:rPr lang="en-TW" dirty="0"/>
              <a:t>運行</a:t>
            </a:r>
            <a:r>
              <a:rPr lang="zh-TW" altLang="en-US" dirty="0"/>
              <a:t> </a:t>
            </a:r>
            <a:r>
              <a:rPr lang="en-US" altLang="zh-TW" dirty="0"/>
              <a:t>`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set DEBUG=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:* &amp;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  <a:r>
              <a:rPr lang="en-US" altLang="zh-TW" dirty="0" err="1"/>
              <a:t>`web</a:t>
            </a:r>
            <a:r>
              <a:rPr lang="en-US" altLang="zh-TW" dirty="0"/>
              <a:t>-server </a:t>
            </a:r>
            <a:r>
              <a:rPr lang="zh-TW" altLang="en-US" dirty="0"/>
              <a:t>就啟動了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47227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3311-9114-194A-A779-11DCC1FEF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.git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6AFCB-0B48-76D8-6868-0C639575B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在</a:t>
            </a:r>
            <a:r>
              <a:rPr lang="zh-TW" altLang="en-US" dirty="0"/>
              <a:t> </a:t>
            </a:r>
            <a:r>
              <a:rPr lang="en-US" altLang="zh-TW" dirty="0"/>
              <a:t>Command Prompt</a:t>
            </a:r>
          </a:p>
          <a:p>
            <a:pPr lvl="1"/>
            <a:r>
              <a:rPr lang="en-TW" dirty="0"/>
              <a:t>`</a:t>
            </a: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cd 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c:\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nodeapp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  <a:r>
              <a:rPr lang="en-TW" dirty="0"/>
              <a:t>` 到這一個位置（node web-application）</a:t>
            </a:r>
          </a:p>
          <a:p>
            <a:pPr lvl="1"/>
            <a:r>
              <a:rPr lang="en-TW" dirty="0"/>
              <a:t>執行</a:t>
            </a:r>
            <a:r>
              <a:rPr lang="zh-TW" altLang="en-US" dirty="0"/>
              <a:t> </a:t>
            </a:r>
            <a:r>
              <a:rPr lang="en-US" altLang="zh-TW" dirty="0"/>
              <a:t>`echo " </a:t>
            </a:r>
            <a:r>
              <a:rPr lang="en-US" altLang="zh-TW" dirty="0" err="1"/>
              <a:t>node_modules</a:t>
            </a:r>
            <a:r>
              <a:rPr lang="en-US" altLang="zh-TW" dirty="0"/>
              <a:t>/" &gt; .</a:t>
            </a:r>
            <a:r>
              <a:rPr lang="en-US" altLang="zh-TW" dirty="0" err="1"/>
              <a:t>gitignore</a:t>
            </a:r>
            <a:r>
              <a:rPr lang="en-US" altLang="zh-TW" dirty="0"/>
              <a:t>`</a:t>
            </a:r>
          </a:p>
          <a:p>
            <a:pPr lvl="2"/>
            <a:r>
              <a:rPr lang="en-US" altLang="zh-TW" dirty="0"/>
              <a:t>(</a:t>
            </a:r>
            <a:r>
              <a:rPr lang="zh-TW" altLang="en-US" dirty="0"/>
              <a:t>內容參考 </a:t>
            </a:r>
            <a:r>
              <a:rPr lang="en-US" altLang="zh-TW" dirty="0" err="1"/>
              <a:t>nodeapp-gitignore.md</a:t>
            </a:r>
            <a:r>
              <a:rPr lang="en-US" altLang="zh-TW"/>
              <a:t>)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00785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AD11ED6-C3F5-6741-A8ED-E84BAD36FD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TW" sz="4800" dirty="0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http://127.0.0.1:3000</a:t>
            </a:r>
            <a:br>
              <a:rPr lang="en-TW" sz="4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TW" sz="4800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http://localhost:3000</a:t>
            </a:r>
            <a:endParaRPr lang="en-TW" sz="4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E2F7354-EDEA-F08F-4861-7C638DD2B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025" y="3602038"/>
            <a:ext cx="7857950" cy="3009074"/>
          </a:xfrm>
        </p:spPr>
        <p:txBody>
          <a:bodyPr anchor="ctr"/>
          <a:lstStyle/>
          <a:p>
            <a:pPr algn="l"/>
            <a:r>
              <a:rPr lang="zh-TW" altLang="en-US" dirty="0"/>
              <a:t>要啟動</a:t>
            </a:r>
            <a:r>
              <a:rPr lang="en-US" altLang="zh-TW" dirty="0"/>
              <a:t> web-server </a:t>
            </a:r>
            <a:r>
              <a:rPr lang="zh-TW" altLang="en-US" dirty="0"/>
              <a:t>的服務，就在</a:t>
            </a:r>
            <a:r>
              <a:rPr lang="en-US" altLang="zh-TW" dirty="0"/>
              <a:t> Command Prompt </a:t>
            </a:r>
            <a:r>
              <a:rPr lang="zh-TW" altLang="en-US" dirty="0"/>
              <a:t>執行：</a:t>
            </a:r>
            <a:endParaRPr lang="en-US" altLang="zh-TW" dirty="0"/>
          </a:p>
          <a:p>
            <a:pPr algn="l"/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	`cd c:\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nodeapp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`</a:t>
            </a:r>
            <a:b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	`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set DEBUG=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:* &amp;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start`</a:t>
            </a:r>
          </a:p>
          <a:p>
            <a:pPr algn="l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`c:\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nodeapp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\public</a:t>
            </a:r>
            <a:r>
              <a:rPr lang="en-US" dirty="0"/>
              <a:t>`</a:t>
            </a:r>
            <a:br>
              <a:rPr lang="en-US" dirty="0"/>
            </a:br>
            <a:r>
              <a:rPr lang="en-US" dirty="0"/>
              <a:t>	web-app </a:t>
            </a:r>
            <a:r>
              <a:rPr lang="en-US" dirty="0" err="1"/>
              <a:t>以</a:t>
            </a:r>
            <a:r>
              <a:rPr lang="zh-TW" altLang="en-US" dirty="0"/>
              <a:t> </a:t>
            </a:r>
            <a:r>
              <a:rPr lang="en-US" altLang="zh-TW" dirty="0"/>
              <a:t>`folder` </a:t>
            </a:r>
            <a:r>
              <a:rPr lang="zh-TW" altLang="en-US" dirty="0"/>
              <a:t>的方式放在這一個位置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502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0B5B9-C91E-0727-D3CD-D4CEF75E8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關於</a:t>
            </a:r>
            <a:r>
              <a:rPr lang="zh-TW" altLang="en-US" dirty="0"/>
              <a:t> </a:t>
            </a:r>
            <a:r>
              <a:rPr lang="en-US" altLang="zh-TW" dirty="0"/>
              <a:t>application /</a:t>
            </a:r>
            <a:r>
              <a:rPr lang="en-TW" dirty="0"/>
              <a:t> web-application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C194C-1205-A84F-0723-2AA2A32A5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TW" dirty="0"/>
              <a:t>Content base application</a:t>
            </a:r>
          </a:p>
          <a:p>
            <a:r>
              <a:rPr lang="en-TW" dirty="0"/>
              <a:t>內容導向的應用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82C6DB-5580-9963-4BCF-3F6C44024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42615"/>
            <a:ext cx="5157787" cy="3547047"/>
          </a:xfrm>
        </p:spPr>
        <p:txBody>
          <a:bodyPr/>
          <a:lstStyle/>
          <a:p>
            <a:r>
              <a:rPr lang="en-TW" dirty="0"/>
              <a:t>表現內容及與使用者的互動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BAC85D-083C-E7A9-CE36-FF224EA0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</a:t>
            </a:r>
            <a:r>
              <a:rPr lang="en-TW" dirty="0"/>
              <a:t>orm base application</a:t>
            </a:r>
          </a:p>
          <a:p>
            <a:r>
              <a:rPr lang="en-TW" dirty="0"/>
              <a:t>表單導向的應用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8BDECA9-22CA-3192-769C-C4978A3ED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42615"/>
            <a:ext cx="5183188" cy="3547047"/>
          </a:xfrm>
        </p:spPr>
        <p:txBody>
          <a:bodyPr/>
          <a:lstStyle/>
          <a:p>
            <a:r>
              <a:rPr lang="en-TW" dirty="0"/>
              <a:t>資料的處理 (CRUD)</a:t>
            </a:r>
          </a:p>
          <a:p>
            <a:pPr lvl="1"/>
            <a:r>
              <a:rPr lang="en-TW" dirty="0"/>
              <a:t>C – Create (增)</a:t>
            </a:r>
          </a:p>
          <a:p>
            <a:pPr lvl="1"/>
            <a:r>
              <a:rPr lang="en-TW" dirty="0"/>
              <a:t>R – Retrive (查)</a:t>
            </a:r>
          </a:p>
          <a:p>
            <a:pPr lvl="1"/>
            <a:r>
              <a:rPr lang="en-TW" dirty="0"/>
              <a:t>U – Update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改</a:t>
            </a:r>
            <a:r>
              <a:rPr lang="en-US" altLang="zh-TW" dirty="0"/>
              <a:t>)</a:t>
            </a:r>
            <a:endParaRPr lang="en-TW" dirty="0"/>
          </a:p>
          <a:p>
            <a:pPr lvl="1"/>
            <a:r>
              <a:rPr lang="en-TW" dirty="0"/>
              <a:t>D – Delete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刪</a:t>
            </a:r>
            <a:r>
              <a:rPr lang="en-US" altLang="zh-TW" dirty="0"/>
              <a:t>)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306489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0304CF-30BD-F06A-7BF8-64D33FAAE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與</a:t>
            </a:r>
            <a:r>
              <a:rPr lang="zh-TW" altLang="en-US" dirty="0"/>
              <a:t> </a:t>
            </a:r>
            <a:r>
              <a:rPr lang="en-US" altLang="zh-TW" dirty="0"/>
              <a:t>web-application </a:t>
            </a:r>
            <a:r>
              <a:rPr lang="zh-TW" altLang="en-US" dirty="0"/>
              <a:t>有關的檔案類型</a:t>
            </a:r>
            <a:endParaRPr lang="en-TW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3A52F0-7C74-DAC3-EED2-15D2EE6C15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TW" dirty="0"/>
              <a:t>.html</a:t>
            </a:r>
          </a:p>
          <a:p>
            <a:pPr lvl="1"/>
            <a:r>
              <a:rPr lang="en-TW" dirty="0"/>
              <a:t>hyper text </a:t>
            </a:r>
            <a:r>
              <a:rPr lang="en-TW" b="1" i="1" dirty="0"/>
              <a:t>markup</a:t>
            </a:r>
            <a:r>
              <a:rPr lang="en-TW" dirty="0"/>
              <a:t> language</a:t>
            </a:r>
          </a:p>
          <a:p>
            <a:r>
              <a:rPr lang="en-TW" dirty="0"/>
              <a:t>.js</a:t>
            </a:r>
          </a:p>
          <a:p>
            <a:r>
              <a:rPr lang="en-TW" dirty="0"/>
              <a:t>.css</a:t>
            </a:r>
          </a:p>
          <a:p>
            <a:r>
              <a:rPr lang="en-TW" dirty="0"/>
              <a:t>.json</a:t>
            </a:r>
          </a:p>
          <a:p>
            <a:r>
              <a:rPr lang="en-TW" dirty="0"/>
              <a:t>.md</a:t>
            </a:r>
          </a:p>
          <a:p>
            <a:pPr lvl="1"/>
            <a:r>
              <a:rPr lang="en-TW" b="1" i="1" dirty="0"/>
              <a:t>markdown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1E8D8C-A17A-2E63-CE14-F0852CDC8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1825625"/>
            <a:ext cx="5334000" cy="4351338"/>
          </a:xfrm>
        </p:spPr>
        <p:txBody>
          <a:bodyPr/>
          <a:lstStyle/>
          <a:p>
            <a:r>
              <a:rPr lang="en-TW" dirty="0"/>
              <a:t>W3School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https://www.w3schools.com/</a:t>
            </a:r>
            <a:endParaRPr lang="en-TW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lvl="1" indent="0">
              <a:buNone/>
            </a:pP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973361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EA3790B-C5B2-774F-3CBA-61EF8FC3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 我偏好的 libraries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B085A2-2FDC-FDDA-E7B7-68FD3F8A1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Materialize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https://materializecss.com/</a:t>
            </a:r>
            <a:endParaRPr lang="en-TW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TW" dirty="0"/>
              <a:t>jQuery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https://jquery.com</a:t>
            </a:r>
            <a:endParaRPr lang="en-TW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l</a:t>
            </a:r>
            <a:r>
              <a:rPr lang="en-TW" dirty="0"/>
              <a:t>odash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4"/>
              </a:rPr>
              <a:t>https://lodash.com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70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AD4C8-FF36-F7C8-AEC5-B9B4E420C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程式語言的組成要素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580A6-599E-F86E-370D-53829F61C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TW" dirty="0"/>
              <a:t>邏輯的描述方法</a:t>
            </a:r>
          </a:p>
          <a:p>
            <a:r>
              <a:rPr lang="en-TW" dirty="0"/>
              <a:t>運算規則</a:t>
            </a:r>
          </a:p>
          <a:p>
            <a:r>
              <a:rPr lang="en-TW" dirty="0"/>
              <a:t>程式中可以處理的</a:t>
            </a:r>
            <a:r>
              <a:rPr lang="zh-TW" altLang="en-US" dirty="0"/>
              <a:t> </a:t>
            </a:r>
            <a:r>
              <a:rPr lang="en-TW" dirty="0"/>
              <a:t>“對象</a:t>
            </a:r>
            <a:r>
              <a:rPr lang="zh-TW" altLang="en-US" dirty="0"/>
              <a:t> </a:t>
            </a:r>
            <a:r>
              <a:rPr lang="en-US" altLang="zh-TW" dirty="0"/>
              <a:t>(Objects)</a:t>
            </a:r>
            <a:r>
              <a:rPr lang="en-TW" dirty="0"/>
              <a:t>”</a:t>
            </a:r>
          </a:p>
          <a:p>
            <a:pPr lvl="1"/>
            <a:r>
              <a:rPr lang="en-TW" dirty="0"/>
              <a:t>文字</a:t>
            </a:r>
          </a:p>
          <a:p>
            <a:pPr lvl="1"/>
            <a:r>
              <a:rPr lang="en-TW" dirty="0"/>
              <a:t>數值</a:t>
            </a:r>
          </a:p>
          <a:p>
            <a:pPr lvl="1"/>
            <a:r>
              <a:rPr lang="en-TW" dirty="0"/>
              <a:t>日期</a:t>
            </a:r>
          </a:p>
          <a:p>
            <a:pPr lvl="1"/>
            <a:r>
              <a:rPr lang="en-TW" dirty="0"/>
              <a:t>集合</a:t>
            </a:r>
          </a:p>
          <a:p>
            <a:r>
              <a:rPr lang="en-TW" dirty="0"/>
              <a:t>函數</a:t>
            </a:r>
            <a:r>
              <a:rPr lang="zh-TW" altLang="en-US" dirty="0"/>
              <a:t> </a:t>
            </a:r>
            <a:r>
              <a:rPr lang="en-US" altLang="zh-TW" dirty="0"/>
              <a:t>(functions) </a:t>
            </a:r>
            <a:r>
              <a:rPr lang="zh-TW" altLang="en-US" dirty="0"/>
              <a:t>的表達方法</a:t>
            </a:r>
            <a:endParaRPr lang="en-US" altLang="zh-TW" dirty="0"/>
          </a:p>
          <a:p>
            <a:r>
              <a:rPr lang="en-TW" dirty="0"/>
              <a:t>函數庫</a:t>
            </a:r>
            <a:r>
              <a:rPr lang="zh-TW" altLang="en-US" dirty="0"/>
              <a:t> </a:t>
            </a:r>
            <a:r>
              <a:rPr lang="en-US" altLang="zh-TW" dirty="0"/>
              <a:t>(libraries)</a:t>
            </a:r>
          </a:p>
          <a:p>
            <a:pPr lvl="1"/>
            <a:r>
              <a:rPr lang="en-TW" dirty="0"/>
              <a:t>處理特定對象的函數集合</a:t>
            </a:r>
          </a:p>
        </p:txBody>
      </p:sp>
    </p:spTree>
    <p:extLst>
      <p:ext uri="{BB962C8B-B14F-4D97-AF65-F5344CB8AC3E}">
        <p14:creationId xmlns:p14="http://schemas.microsoft.com/office/powerpoint/2010/main" val="2807244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3DB45-6CFE-957E-DD21-4F4204D96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TW" dirty="0"/>
              <a:t>eb-app 的寫作環境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36531-0F40-1862-33A3-8EC36185A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Visual Studio Code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https://code.visualstudio.com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552646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467</Words>
  <Application>Microsoft Macintosh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Office Theme</vt:lpstr>
      <vt:lpstr>concept of web-application</vt:lpstr>
      <vt:lpstr>web-application</vt:lpstr>
      <vt:lpstr>在電腦上搭建 web-server</vt:lpstr>
      <vt:lpstr>.git</vt:lpstr>
      <vt:lpstr>http://127.0.0.1:3000 http://localhost:3000</vt:lpstr>
      <vt:lpstr>關於 application / web-application</vt:lpstr>
      <vt:lpstr>與 web-application 有關的檔案類型</vt:lpstr>
      <vt:lpstr> 我偏好的 libraries</vt:lpstr>
      <vt:lpstr>程式語言的組成要素</vt:lpstr>
      <vt:lpstr>web-app 的寫作環境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G.F. Hong</dc:creator>
  <cp:lastModifiedBy>Scott G.F. Hong</cp:lastModifiedBy>
  <cp:revision>21</cp:revision>
  <dcterms:created xsi:type="dcterms:W3CDTF">2025-12-19T13:46:03Z</dcterms:created>
  <dcterms:modified xsi:type="dcterms:W3CDTF">2026-04-01T21:53:05Z</dcterms:modified>
</cp:coreProperties>
</file>